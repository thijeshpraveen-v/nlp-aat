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5"/>
  </p:notesMasterIdLst>
  <p:sldIdLst>
    <p:sldId id="256" r:id="rId2"/>
    <p:sldId id="257" r:id="rId3"/>
    <p:sldId id="275" r:id="rId4"/>
  </p:sldIdLst>
  <p:sldSz cx="9144000" cy="5143500" type="screen16x9"/>
  <p:notesSz cx="6858000" cy="9144000"/>
  <p:embeddedFontLst>
    <p:embeddedFont>
      <p:font typeface="Corsiva" panose="020B0604020202020204" charset="0"/>
      <p:regular r:id="rId6"/>
      <p:bold r:id="rId7"/>
      <p:italic r:id="rId8"/>
      <p:boldItalic r:id="rId9"/>
    </p:embeddedFont>
    <p:embeddedFont>
      <p:font typeface="Times" panose="02020603050405020304" pitchFamily="18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487D00-FA29-44B3-BBA6-087FA463A403}">
  <a:tblStyle styleId="{8E487D00-FA29-44B3-BBA6-087FA463A4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1ff7052ff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141ff7052ff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41ff7052ff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141ff7052ff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41ff7052ff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141ff7052ff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58" name="Google Shape;258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5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76" name="Google Shape;276;p2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/>
        </p:nvSpPr>
        <p:spPr>
          <a:xfrm>
            <a:off x="6346" y="710407"/>
            <a:ext cx="91440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B.M.S. COLLEGE OF ENGINEERING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(Autonomous Institute, Affiliated to VTU, Belagavi)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(UG Program: B.E. in Artificial Intelligence and Machine Learning) </a:t>
            </a:r>
            <a:endParaRPr sz="1100" b="0" i="0" u="none" strike="noStrike" cap="none" dirty="0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04" name="Google Shape;304;p29" descr="E:\BMSCE\dept_name_print_for_files\college_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1969" y="221456"/>
            <a:ext cx="503277" cy="4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12646" y="1999723"/>
            <a:ext cx="91377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: Natural Language Processing for LLM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 dirty="0">
                <a:solidFill>
                  <a:srgbClr val="0048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24AM7PCLLM</a:t>
            </a:r>
            <a:endParaRPr sz="2100" b="1" i="0" u="none" strike="noStrike" cap="none" dirty="0">
              <a:solidFill>
                <a:srgbClr val="0048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360646" y="3897415"/>
            <a:ext cx="2609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In-Charge: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Upeksha Prasad G</a:t>
            </a:r>
            <a:endParaRPr sz="1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Machine Learning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BMS College of Engineering</a:t>
            </a: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254975" y="3939475"/>
            <a:ext cx="3873900" cy="91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 Name &amp; USN :</a:t>
            </a:r>
          </a:p>
          <a:p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 Name &amp; USN 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Semester &amp; Section: </a:t>
            </a:r>
            <a:r>
              <a:rPr lang="en-GB" sz="1100" b="1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7C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5549" y="2992699"/>
            <a:ext cx="91377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Assessment Tool (AAT)</a:t>
            </a:r>
            <a:endParaRPr sz="1500" b="1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9" y="0"/>
            <a:ext cx="9137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3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79DDE-7264-45D2-B449-C0C3EC4DB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91" y="615950"/>
            <a:ext cx="432041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Introduction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Selected NLP Topic Overview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Real-Time Application / API Identified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NLP Model / Architecture Study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Dataset and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Implementation Methodology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Results and Evaluation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Discussion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References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 txBox="1">
            <a:spLocks noGrp="1"/>
          </p:cNvSpPr>
          <p:nvPr>
            <p:ph type="body" idx="1"/>
          </p:nvPr>
        </p:nvSpPr>
        <p:spPr>
          <a:xfrm>
            <a:off x="863600" y="44450"/>
            <a:ext cx="711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441" name="Google Shape;441;p48"/>
          <p:cNvSpPr txBox="1"/>
          <p:nvPr/>
        </p:nvSpPr>
        <p:spPr>
          <a:xfrm>
            <a:off x="12692" y="1824521"/>
            <a:ext cx="9137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Thank you ! </a:t>
            </a:r>
            <a:endParaRPr sz="4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Times New Roman</vt:lpstr>
      <vt:lpstr>Calibri</vt:lpstr>
      <vt:lpstr>Corsiva</vt:lpstr>
      <vt:lpstr>Arial</vt:lpstr>
      <vt:lpstr>Times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Upeksha Prasad G</cp:lastModifiedBy>
  <cp:revision>9</cp:revision>
  <dcterms:modified xsi:type="dcterms:W3CDTF">2026-10-01T18:21:40Z</dcterms:modified>
</cp:coreProperties>
</file>